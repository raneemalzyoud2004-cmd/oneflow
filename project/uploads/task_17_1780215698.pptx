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64592" cy="5143500"/>
          </a:xfrm>
          <a:prstGeom prst="rect">
            <a:avLst/>
          </a:prstGeom>
          <a:solidFill>
            <a:srgbClr val="12A08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F5C84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457200"/>
            <a:ext cx="2011680" cy="2011680"/>
          </a:xfrm>
          <a:prstGeom prst="ellipse">
            <a:avLst/>
          </a:prstGeom>
          <a:solidFill>
            <a:srgbClr val="F5C842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15200" y="21945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7772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Clinic Management System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2304288"/>
            <a:ext cx="5029200" cy="36576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68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Presentation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1089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Alzyoud  ·  Yumna Abu Ashour  ·  Mohammad Ali Aldmour  ·  Heba Alhabahbeh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34564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Mohammad Sharaiah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7490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Jordan  |  King Abdullah II School of Information Technology  |  2025/2026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7C6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800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DietTrack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web application designed to transform how nutrition clinics operate — replacing manual chaos with organized, digital workflows.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01168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44752"/>
            <a:ext cx="2011680" cy="292608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49961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3192" y="177393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9768" y="2176272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 for all patients — history, contacts, and progress in one place.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32888" y="1444752"/>
            <a:ext cx="201168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32888" y="1444752"/>
            <a:ext cx="2011680" cy="292608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49961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77393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642616" y="2176272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online; admins manage schedules without conflicts or overlaps.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45736" y="1444752"/>
            <a:ext cx="201168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444752"/>
            <a:ext cx="2011680" cy="292608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49961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18888" y="177393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Plans &amp; Meals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55464" y="2176272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Nutritionists assign plans, log meals, and monitor adherence over time.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58584" y="1444752"/>
            <a:ext cx="201168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58584" y="1444752"/>
            <a:ext cx="2011680" cy="292608"/>
          </a:xfrm>
          <a:prstGeom prst="rect">
            <a:avLst/>
          </a:prstGeom>
          <a:solidFill>
            <a:srgbClr val="F5C84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499616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31736" y="1773936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068312" y="2176272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weight, notes, plan changes, and handle payments — all from a dashboard.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serves TWO sides: Patients explore services and book appointments  ·  Admins manage the entire clinic workflow from one secure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clinics today are overwhelmed by manual, disconnected processes — affecting patients and staff alike.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02336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64008" cy="1481328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90652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57276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5840" y="1920240"/>
            <a:ext cx="3218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 scattered across papers and folders. Easy to lose, hard to retrieve, impossible to search.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07992" y="1371600"/>
            <a:ext cx="402336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1371600"/>
            <a:ext cx="64008" cy="1481328"/>
          </a:xfrm>
          <a:prstGeom prst="rect">
            <a:avLst/>
          </a:prstGeom>
          <a:solidFill>
            <a:srgbClr val="D6891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906524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157276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Conflicts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193792" y="1920240"/>
            <a:ext cx="3218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causes double-bookings, missed slots, and zero follow-up reminders.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3017520"/>
            <a:ext cx="402336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017520"/>
            <a:ext cx="64008" cy="1481328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552444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321868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Visibility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005840" y="3566160"/>
            <a:ext cx="3218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cannot easily view a patient's full history — weight changes, plan history, or notes.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07992" y="3017520"/>
            <a:ext cx="4023360" cy="14813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07992" y="3017520"/>
            <a:ext cx="64008" cy="1481328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3552444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93792" y="3218688"/>
            <a:ext cx="3218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Communication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193792" y="3566160"/>
            <a:ext cx="3218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struggle to reach the clinic; there's no digital channel for queries or updates.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solidFill>
            <a:srgbClr val="FEF9E7"/>
          </a:solidFill>
          <a:ln w="10160">
            <a:solidFill>
              <a:srgbClr val="F5C84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small inconveniences — they cost clinics time, trust, and patient outcomes every single day.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 &amp;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111556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64008" cy="1115568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326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85953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1887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user-friendly, web-based nutrition clinic management system that reduces manual work, organizes clinic data, improves appointment scheduling, and supports better patient follow-up.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" y="2084832"/>
            <a:ext cx="416052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084832"/>
            <a:ext cx="64008" cy="2651760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5786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website: Home, About, Appointment, Contact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login &amp; dashboard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 &amp; records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&amp;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plans, meal tracking &amp; progress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module &amp; MySQL database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2084832"/>
            <a:ext cx="416052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084832"/>
            <a:ext cx="64008" cy="265176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 of Scope / Future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28032" y="25786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diet recommendations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advanced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DietTrack?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struggle to organized digital management — the transformation that clinics need.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3474720" cy="340156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64008" cy="3401568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34440"/>
            <a:ext cx="3474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298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DietTrack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470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810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 &amp; scattered 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35000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13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notes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163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patient 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192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communication channel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5876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221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errors &amp; data loss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331720"/>
            <a:ext cx="594360" cy="5943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050792" y="2999232"/>
            <a:ext cx="457200" cy="36576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1234440"/>
            <a:ext cx="4069080" cy="3401568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234440"/>
            <a:ext cx="64008" cy="3401568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1234440"/>
            <a:ext cx="4069080" cy="438912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3752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DietTrack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847088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66360" y="1810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 &amp; admin dashboard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350008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66360" y="23134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form — no conflicts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852928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66360" y="28163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&amp; diet plan modules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355848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66360" y="3319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admin communication channel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858768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66360" y="38221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reports &amp; full audit trail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320040" y="4681728"/>
            <a:ext cx="19659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20040" y="47000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2468880" y="4681728"/>
            <a:ext cx="196596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468880" y="47000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4617720" y="4681728"/>
            <a:ext cx="1965960" cy="347472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617720" y="47000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Follow-up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766560" y="4681728"/>
            <a:ext cx="196596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766560" y="47000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64008" cy="868680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869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822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Solution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" y="111556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PHP/MySQL web system with a public-facing site and a powerful admin dashboard — handling patients, appointments, diet plans, meals, progress, and payments in one place.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1828800"/>
            <a:ext cx="2011680" cy="26334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1828800"/>
            <a:ext cx="2011680" cy="658368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90195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1956816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Clinic Data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9768" y="299923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appointments, diet plans, meals, progress &amp; payments in organized modules.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532888" y="1828800"/>
            <a:ext cx="2011680" cy="26334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32888" y="1828800"/>
            <a:ext cx="2011680" cy="658368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24328" y="190195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1956816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24328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Scheduling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642616" y="299923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visits easily; admins review and confirm — zero conflicts.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45736" y="1828800"/>
            <a:ext cx="2011680" cy="26334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45736" y="1828800"/>
            <a:ext cx="2011680" cy="658368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37176" y="190195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956816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37176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Follow-up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855464" y="299923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track progress, update nutrition plans, and view patient history at a glance.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958584" y="1828800"/>
            <a:ext cx="2011680" cy="26334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958584" y="1828800"/>
            <a:ext cx="201168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50024" y="190195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1956816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50024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PM Process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068312" y="2999232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roles, Jira board, sprints, timeline, and full documentation applied throughout.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Team Roles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19659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64008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544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88366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contact clinic, receive diet services &amp; follow-ups.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19659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14400"/>
            <a:ext cx="64008" cy="155448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5544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24328" y="188366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patients, appointments, plans, payments &amp; dashboard.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19659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14400"/>
            <a:ext cx="64008" cy="1554480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5544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Specialist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188366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diet plans, monitors progress, and updates patient records.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196596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914400"/>
            <a:ext cx="64008" cy="1554480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15544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System 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3448" y="188366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access, database, security, and system availability.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8503920" cy="21031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33472"/>
            <a:ext cx="8503920" cy="402336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79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 ·  Project Members</a:t>
            </a:r>
            <a:endParaRPr lang="en-US" sz="12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115568"/>
            <a:ext cx="347472" cy="347472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15568"/>
            <a:ext cx="347472" cy="347472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115568"/>
            <a:ext cx="347472" cy="347472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115568"/>
            <a:ext cx="347472" cy="347472"/>
          </a:xfrm>
          <a:prstGeom prst="rect">
            <a:avLst/>
          </a:prstGeom>
        </p:spPr>
      </p:pic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272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50392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Alzyoud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0292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planning &amp; team oversight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312724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953512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260604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 Aldmour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60604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PHP/MySQL coding &amp; backend logic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12724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56632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70916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Yumna Abu Ashour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70916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frontend layout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127248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159752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/ Docs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12280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Heba Alhabahbeh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812280" y="3721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report writing &amp;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240280"/>
            <a:ext cx="7863840" cy="54864"/>
          </a:xfrm>
          <a:prstGeom prst="rect">
            <a:avLst/>
          </a:prstGeom>
          <a:solidFill>
            <a:srgbClr val="C8DA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868680"/>
            <a:ext cx="475488" cy="475488"/>
          </a:xfrm>
          <a:prstGeom prst="ellipse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295144"/>
            <a:ext cx="64008" cy="1719072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scope, objectives, team, and problem statement.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11096" y="868680"/>
            <a:ext cx="475488" cy="475488"/>
          </a:xfrm>
          <a:prstGeom prst="ellipse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11096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149047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63624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563624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563624" y="2295144"/>
            <a:ext cx="64008" cy="1719072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673352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Jira board, backlog, sprints, and task assignment.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154680" y="868680"/>
            <a:ext cx="475488" cy="475488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54680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9047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807208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807208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807208" y="2295144"/>
            <a:ext cx="64008" cy="1719072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916936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schema, wireframes, and UI layout design.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398264" y="868680"/>
            <a:ext cx="475488" cy="475488"/>
          </a:xfrm>
          <a:prstGeom prst="ellipse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98264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490472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050792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050792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050792" y="2295144"/>
            <a:ext cx="64008" cy="1719072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160520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PHP/MySQL coding of all modules — frontend &amp; backend.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641848" y="868680"/>
            <a:ext cx="475488" cy="475488"/>
          </a:xfrm>
          <a:prstGeom prst="ellipse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641848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1490472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94376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294376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294376" y="2295144"/>
            <a:ext cx="64008" cy="1719072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404104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reviews, Jira updates, and progress tracking.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885432" y="868680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885432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490472"/>
            <a:ext cx="292608" cy="29260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537960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537960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6537960" y="2295144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647688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booking, plans, progress, and payment module tests.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129016" y="868680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8129016" y="9052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1490472"/>
            <a:ext cx="292608" cy="29260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7781544" y="187452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7781544" y="2295144"/>
            <a:ext cx="1170432" cy="1719072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7781544" y="2295144"/>
            <a:ext cx="64008" cy="1719072"/>
          </a:xfrm>
          <a:prstGeom prst="rect">
            <a:avLst/>
          </a:prstGeom>
          <a:solidFill>
            <a:srgbClr val="1E84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7891272" y="2441448"/>
            <a:ext cx="969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report, presentation, Jira evidence, and delivery.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502920" y="47274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Jira board • Sprints • WBS • Risk log • Test cases • Final report &amp;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Work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was our central hub for tracking every task, sprint, and team collaboration from day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201168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61872"/>
            <a:ext cx="201168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716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380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View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6344" y="1901952"/>
            <a:ext cx="1755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→ In Progress → In Review → Done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task status at a glance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team awareness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lost or forgotten tasks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532888" y="1261872"/>
            <a:ext cx="201168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32888" y="1261872"/>
            <a:ext cx="2011680" cy="50292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3716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0088" y="1380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Sprints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679192" y="1901952"/>
            <a:ext cx="1755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items stored in backlog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grouped into timed sprints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has clear start/end dates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prioritize and focus work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4745736" y="1261872"/>
            <a:ext cx="201168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261872"/>
            <a:ext cx="2011680" cy="502920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3716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1380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892040" y="1901952"/>
            <a:ext cx="1755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Gantt-style view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delays and dependencies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tasks to phases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team workload over time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6958584" y="1261872"/>
            <a:ext cx="201168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58584" y="1261872"/>
            <a:ext cx="2011680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716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15784" y="1380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104888" y="1901952"/>
            <a:ext cx="1755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 to each member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clarity: dev, design, test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visible to all team</a:t>
            </a:r>
            <a:endParaRPr lang="en-US" sz="1020" dirty="0"/>
          </a:p>
          <a:p>
            <a:pPr marL="342900" indent="-342900">
              <a:buSzPct val="100000"/>
              <a:buChar char="•"/>
            </a:pPr>
            <a:r>
              <a:rPr lang="en-US" sz="102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accountability &amp; review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 &amp; Work Breakdown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was organized into Epics and Tasks inside Jira — ensuring every feature was planned, assigned, and tracked.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/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5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Home, About, Appointment, Contact, and visual layout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5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logic, forms, admin login, session management, data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5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tables: admins, patients, appointments, diet plans, meals, progress,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5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booking, patient records, diet plans, progress, payments — functional 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5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Report, diagrams, screenshots, Jira evidence, presentation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572000"/>
            <a:ext cx="1975104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46268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
</a:t>
            </a:r>
            <a:pPr indent="0" marL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59736" y="4572000"/>
            <a:ext cx="1975104" cy="45720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9464" y="46268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
</a:t>
            </a:r>
            <a:pPr indent="0" marL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99432" y="4572000"/>
            <a:ext cx="1975104" cy="457200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46268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
</a:t>
            </a:r>
            <a:pPr indent="0" marL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39128" y="4572000"/>
            <a:ext cx="1975104" cy="457200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48856" y="46268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
</a:t>
            </a:r>
            <a:pPr indent="0" marL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Testing &amp; Deliverables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2606040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64008" cy="406908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260604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412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859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353312"/>
            <a:ext cx="2331720" cy="475488"/>
          </a:xfrm>
          <a:prstGeom prst="rect">
            <a:avLst/>
          </a:prstGeom>
          <a:solidFill>
            <a:srgbClr val="FEF2F0"/>
          </a:solidFill>
          <a:ln w="6350">
            <a:solidFill>
              <a:srgbClr val="EAB0A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3990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delays due to scope creep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57200" y="1920240"/>
            <a:ext cx="2331720" cy="475488"/>
          </a:xfrm>
          <a:prstGeom prst="rect">
            <a:avLst/>
          </a:prstGeom>
          <a:solidFill>
            <a:srgbClr val="FEF2F0"/>
          </a:solidFill>
          <a:ln w="6350">
            <a:solidFill>
              <a:srgbClr val="EAB0A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1965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errors or table conflicts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57200" y="2487168"/>
            <a:ext cx="2331720" cy="475488"/>
          </a:xfrm>
          <a:prstGeom prst="rect">
            <a:avLst/>
          </a:prstGeom>
          <a:solidFill>
            <a:srgbClr val="FEF2F0"/>
          </a:solidFill>
          <a:ln w="6350">
            <a:solidFill>
              <a:srgbClr val="EAB0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532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issues between modules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457200" y="3054096"/>
            <a:ext cx="2331720" cy="475488"/>
          </a:xfrm>
          <a:prstGeom prst="rect">
            <a:avLst/>
          </a:prstGeom>
          <a:solidFill>
            <a:srgbClr val="FEF2F0"/>
          </a:solidFill>
          <a:ln w="6350">
            <a:solidFill>
              <a:srgbClr val="EAB0A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3099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 entry by admin users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457200" y="3621024"/>
            <a:ext cx="2331720" cy="475488"/>
          </a:xfrm>
          <a:prstGeom prst="rect">
            <a:avLst/>
          </a:prstGeom>
          <a:solidFill>
            <a:srgbClr val="FEF2F0"/>
          </a:solidFill>
          <a:ln w="6350">
            <a:solidFill>
              <a:srgbClr val="EAB0A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66674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changes mid-project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3090672" y="777240"/>
            <a:ext cx="2606040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090672" y="777240"/>
            <a:ext cx="64008" cy="4069080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90672" y="777240"/>
            <a:ext cx="2606040" cy="438912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84124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547872" y="859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Areas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200400" y="1389888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38144" y="135331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session validation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200400" y="1911096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38144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flow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200400" y="2432304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38144" y="23957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storage &amp; retrieval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00400" y="2953512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38144" y="2916936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plan assignment &amp; meals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200400" y="3474720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38144" y="343814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&amp; weight logs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200400" y="3995928"/>
            <a:ext cx="164592" cy="164592"/>
          </a:xfrm>
          <a:prstGeom prst="ellipse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438144" y="395935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module &amp; usability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870448" y="777240"/>
            <a:ext cx="2953512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5870448" y="777240"/>
            <a:ext cx="64008" cy="406908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870448" y="777240"/>
            <a:ext cx="2953512" cy="438912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841248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336792" y="859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5989320" y="131673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108192" y="13533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Website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6108192" y="15544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 with all pages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5989320" y="186537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108192" y="190195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6108192" y="2103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clinic management panel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5989320" y="241401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108192" y="2450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6108192" y="2651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with real data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5989320" y="296265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108192" y="29992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108192" y="32004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5989320" y="351129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108192" y="35478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Evidence</a:t>
            </a:r>
            <a:endParaRPr lang="en-US" sz="1050" dirty="0"/>
          </a:p>
        </p:txBody>
      </p:sp>
      <p:sp>
        <p:nvSpPr>
          <p:cNvPr id="58" name="Text 53"/>
          <p:cNvSpPr/>
          <p:nvPr/>
        </p:nvSpPr>
        <p:spPr>
          <a:xfrm>
            <a:off x="6108192" y="3749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sprints, timeline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5989320" y="4059936"/>
            <a:ext cx="2651760" cy="475488"/>
          </a:xfrm>
          <a:prstGeom prst="rect">
            <a:avLst/>
          </a:prstGeom>
          <a:solidFill>
            <a:srgbClr val="E8F7F4"/>
          </a:solidFill>
          <a:ln w="6350">
            <a:solidFill>
              <a:srgbClr val="C8DADC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108192" y="40965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050" dirty="0"/>
          </a:p>
        </p:txBody>
      </p:sp>
      <p:sp>
        <p:nvSpPr>
          <p:cNvPr id="61" name="Text 56"/>
          <p:cNvSpPr/>
          <p:nvPr/>
        </p:nvSpPr>
        <p:spPr>
          <a:xfrm>
            <a:off x="6108192" y="4297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deck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" y="4709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is built for growth. The current version lays the foundation for powerful future capabilities.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64008" cy="1874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371600"/>
            <a:ext cx="713232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3898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44752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9768" y="18470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" y="21945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 for patients and admin — on-the-go clinic management.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82112" y="12801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82112" y="1280160"/>
            <a:ext cx="64008" cy="187452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56632" y="1371600"/>
            <a:ext cx="713232" cy="219456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56632" y="13898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4475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91840" y="18470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Diet Recommendations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291840" y="21945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engine that suggests personalized meal plans based on patient data.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44184" y="12801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44184" y="1280160"/>
            <a:ext cx="64008" cy="1874520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18704" y="1371600"/>
            <a:ext cx="713232" cy="219456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18704" y="13898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444752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53912" y="18470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153912" y="21945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fitness trackers to auto-log weight, steps, and activity data.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20040" y="33375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3337560"/>
            <a:ext cx="64008" cy="1874520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194560" y="3429000"/>
            <a:ext cx="713232" cy="219456"/>
          </a:xfrm>
          <a:prstGeom prst="rect">
            <a:avLst/>
          </a:prstGeom>
          <a:solidFill>
            <a:srgbClr val="E0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194560" y="34472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02152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29768" y="39044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29768" y="42519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payment gateways (Stripe / PayPal) for seamless invoice settlement.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182112" y="33375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182112" y="3337560"/>
            <a:ext cx="64008" cy="1874520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056632" y="3429000"/>
            <a:ext cx="713232" cy="219456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056632" y="34472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502152"/>
            <a:ext cx="320040" cy="3200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291840" y="39044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291840" y="42519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AWS or Azure for scalability, reliability, and remote access.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044184" y="3337560"/>
            <a:ext cx="2697480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E0EC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044184" y="3337560"/>
            <a:ext cx="64008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918704" y="3429000"/>
            <a:ext cx="713232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918704" y="34472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502152"/>
            <a:ext cx="320040" cy="32004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153912" y="39044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153912" y="4251960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insights: clinic KPIs, patient trends, revenue reports, and more.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C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64592" cy="5143500"/>
          </a:xfrm>
          <a:prstGeom prst="rect">
            <a:avLst/>
          </a:prstGeom>
          <a:solidFill>
            <a:srgbClr val="12A088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474720"/>
            <a:ext cx="4114800" cy="4114800"/>
          </a:xfrm>
          <a:prstGeom prst="ellipse">
            <a:avLst/>
          </a:prstGeom>
          <a:solidFill>
            <a:srgbClr val="0A7C6A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926080"/>
            <a:ext cx="2560320" cy="2560320"/>
          </a:xfrm>
          <a:prstGeom prst="ellipse">
            <a:avLst/>
          </a:prstGeom>
          <a:solidFill>
            <a:srgbClr val="12A08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858000" y="1645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68680" y="2395728"/>
            <a:ext cx="5029200" cy="36576"/>
          </a:xfrm>
          <a:prstGeom prst="rect">
            <a:avLst/>
          </a:prstGeom>
          <a:solidFill>
            <a:srgbClr val="12A0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6060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Raneem Alzyoud  ·  Yumna Abu Ashour  ·  Mohammad Ali Aldmour  ·  Heba Alhabahbeh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29443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Mohammad Sharaiah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2735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Jordan  ·  King Abdullah II School of Information Technology  ·  2025/2026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7C6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800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DietTrack  ·  Project Management  ·  University of Jordan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2026-05-30T20:22:31Z</dcterms:created>
  <dcterms:modified xsi:type="dcterms:W3CDTF">2026-05-30T20:22:31Z</dcterms:modified>
</cp:coreProperties>
</file>